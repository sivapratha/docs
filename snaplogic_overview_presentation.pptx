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SnapLogic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10-Minute Team Session</a:t>
            </a:r>
          </a:p>
          <a:p>
            <a:r>
              <a:t>Integration Platform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SnapLogic?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Platform as a Service (iPaaS)</a:t>
            </a:r>
          </a:p>
          <a:p>
            <a:r>
              <a:t>• Connects applications, databases, APIs, and data sources</a:t>
            </a:r>
          </a:p>
          <a:p>
            <a:r>
              <a:t>• Low-code visual integration platform</a:t>
            </a:r>
          </a:p>
          <a:p>
            <a:r>
              <a:t>• Used for building scalable data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Pipeline: Workflow that moves data from source to destination</a:t>
            </a:r>
          </a:p>
          <a:p>
            <a:r>
              <a:t>• Snaps: Prebuilt connectors and processing components</a:t>
            </a:r>
          </a:p>
          <a:p>
            <a:r>
              <a:t>• Snap Packs: Collections of snaps for specific systems</a:t>
            </a:r>
          </a:p>
          <a:p>
            <a:r>
              <a:t>• Enables faster development without heavy 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SnapLogic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Designer: Visual interface to build pipelines</a:t>
            </a:r>
          </a:p>
          <a:p>
            <a:r>
              <a:t>• Manager: Monitoring, scheduling, and asset management</a:t>
            </a:r>
          </a:p>
          <a:p>
            <a:r>
              <a:t>• Groundplex: Execution environment where pipelines run</a:t>
            </a:r>
          </a:p>
          <a:p>
            <a:r>
              <a:t>• Supports both cloud and on‑premise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Read data from source (DB, API, File, Queue)</a:t>
            </a:r>
          </a:p>
          <a:p>
            <a:r>
              <a:t>2. Transform data (Mapper, Filter, Join, Aggregator)</a:t>
            </a:r>
          </a:p>
          <a:p>
            <a:r>
              <a:t>3. Deliver to destination (Kafka, DB, API, Data Lake)</a:t>
            </a:r>
          </a:p>
          <a:p>
            <a:r>
              <a:t>• Data flows as document streams (JSON-like objects)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Organizations Use SnapLogic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Low-code integration development</a:t>
            </a:r>
          </a:p>
          <a:p>
            <a:r>
              <a:t>• Large library of prebuilt connectors</a:t>
            </a:r>
          </a:p>
          <a:p>
            <a:r>
              <a:t>• Scalable data processing</a:t>
            </a:r>
          </a:p>
          <a:p>
            <a:r>
              <a:t>• Cloud and hybrid integration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Team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Retrieve transaction data from upstream systems</a:t>
            </a:r>
          </a:p>
          <a:p>
            <a:r>
              <a:t>• Transform into standardized fraud transaction object</a:t>
            </a:r>
          </a:p>
          <a:p>
            <a:r>
              <a:t>• Publish to Kafka topics</a:t>
            </a:r>
          </a:p>
          <a:p>
            <a:r>
              <a:t>• Downstream systems consume for analytics, fraud detection,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Pipeline execution monitoring</a:t>
            </a:r>
          </a:p>
          <a:p>
            <a:r>
              <a:t>• Logging and alerts</a:t>
            </a:r>
          </a:p>
          <a:p>
            <a:r>
              <a:t>• Error pipelines and retry mechanisms</a:t>
            </a:r>
          </a:p>
          <a:p>
            <a:r>
              <a:t>• Helps maintain reliability for high‑volume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SnapLogic simplifies system integrations</a:t>
            </a:r>
          </a:p>
          <a:p>
            <a:r>
              <a:t>• Visual pipelines accelerate development</a:t>
            </a:r>
          </a:p>
          <a:p>
            <a:r>
              <a:t>• Scalable platform for data movement and transformation</a:t>
            </a:r>
          </a:p>
          <a:p>
            <a:r>
              <a:t>• Supports real‑time and batch integration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